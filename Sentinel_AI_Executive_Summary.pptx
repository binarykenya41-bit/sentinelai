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BCD4">
              <a:alpha val="8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560320" cy="292608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00BCD4"/>
                </a:solidFill>
              </a:rPr>
              <a:t>EXECUTIVE SUMMARY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Sentinel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CD4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Autonomous Exploit Simulation &amp;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BCD4"/>
                </a:solidFill>
                <a:latin typeface="Calibri Light" panose="020F0302020204030204" pitchFamily="34" charset="0"/>
                <a:ea typeface="Calibri Light" panose="020F0302020204030204" pitchFamily="34" charset="-122"/>
                <a:cs typeface="Calibri Light" panose="020F0302020204030204" pitchFamily="34" charset="-120"/>
              </a:rPr>
              <a:t>Self-Healing Security Platform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411480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 ·  For Authorized Recipients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548640"/>
            <a:ext cx="21031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73152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66560" y="11887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Modules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0" y="164592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21031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 Sources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66560" y="256032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9-Step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 Loop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0" y="3474720"/>
            <a:ext cx="1920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39319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Frameworks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 — AND HOW WE SOLVE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Security Falls Short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39903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62456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Scanners flag vulnerabilities but never confirm if they're actually exploitable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98424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47672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 tests happen once a year — not fast enough for modern delivery cycles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56946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32888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Remediation is manual, slow, and almost never re-tested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31546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18104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reports don't reflect real-time security health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7398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03320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teams are buried in alerts with no clear path forward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4114800" cy="3977640"/>
          </a:xfrm>
          <a:prstGeom prst="rect">
            <a:avLst/>
          </a:prstGeom>
          <a:solidFill>
            <a:srgbClr val="0B1220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41148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89611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Sentinel AI Approach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0328" y="1399032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57216" y="1362456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Confirms exploitability by actually running the exploit in a safe sandbox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10328" y="1984248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57216" y="1947672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continuously — every code push triggers a full security validation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10328" y="2569464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2532888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writes, commits, and tests the fix without human effort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0328" y="3154680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57216" y="3118104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every action to ISO 27001, SOC 2, and PCI-DSS in real time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10328" y="3739896"/>
            <a:ext cx="164592" cy="16459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3703320"/>
            <a:ext cx="3520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Gives teams one clear number: your verified security posture score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SENTINEL AI WORKS — THE AUTONOMOUS LOOP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91440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14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89611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353312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finds a vulnerability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35224" y="1271016"/>
            <a:ext cx="118872" cy="219456"/>
          </a:xfrm>
          <a:prstGeom prst="rightArrow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804672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45536" y="91440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914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89611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45536" y="1353312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Exploit runs in safe sandbox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42432" y="1271016"/>
            <a:ext cx="118872" cy="219456"/>
          </a:xfrm>
          <a:prstGeom prst="rightArrow">
            <a:avLst/>
          </a:prstGeom>
          <a:solidFill>
            <a:srgbClr val="00BCD4">
              <a:alpha val="60000"/>
            </a:srgbClr>
          </a:solidFill>
          <a:ln w="12700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43016" y="804672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52744" y="91440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52744" y="914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73368" y="89611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52744" y="1353312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maps impact &amp; blast radius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157984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" y="226771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22677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" y="2249424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" y="2706624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writes the fix automatically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35224" y="2624328"/>
            <a:ext cx="118872" cy="219456"/>
          </a:xfrm>
          <a:prstGeom prst="rightArrow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5808" y="2157984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45536" y="226771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45536" y="22677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2249424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145536" y="2706624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 branch &amp; PR created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42432" y="2624328"/>
            <a:ext cx="118872" cy="219456"/>
          </a:xfrm>
          <a:prstGeom prst="rightArrow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43016" y="2157984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52744" y="226771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52744" y="22677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73368" y="2249424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52744" y="2706624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&amp; security checks run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3511296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8328" y="362102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" y="36210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8952" y="360273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Re-Deploy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38328" y="4059936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Patched build goes to sandbox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35224" y="3977640"/>
            <a:ext cx="118872" cy="219456"/>
          </a:xfrm>
          <a:prstGeom prst="rightArrow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35808" y="3511296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45536" y="362102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45536" y="36210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566160" y="360273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Re-Simulate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145536" y="4059936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exploit runs again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42432" y="3977640"/>
            <a:ext cx="118872" cy="219456"/>
          </a:xfrm>
          <a:prstGeom prst="rightArrow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43016" y="3511296"/>
            <a:ext cx="2697480" cy="1152144"/>
          </a:xfrm>
          <a:prstGeom prst="rect">
            <a:avLst/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52744" y="362102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52744" y="36210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73368" y="3602736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52744" y="4059936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Exploit fails → posture updated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8737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vulnerability is closed only when the exploit is confirmed to fail — no false positives, no assumptions.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33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CAPABILITIES &amp; COMPETITIVE EDGE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754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4864" cy="8686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Exploit Simulation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real attacks in an isolated sandbox to confirm what's actually exploitable — not just theoretically risky.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810512"/>
            <a:ext cx="4754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10512"/>
            <a:ext cx="5486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Patching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57984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AI writes the fix, creates the pull request, and validates the solution before it ever touches production.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816352"/>
            <a:ext cx="4754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16352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7121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Graph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63824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your infrastructure as a risk graph and shows the shortest path an attacker could take to your critical systems.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822192"/>
            <a:ext cx="4754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22192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7705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Built-In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69664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maps every action to ISO 27001, SOC 2, and PCI-DSS — audit-ready evidence generated continuously.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83810" y="859917"/>
            <a:ext cx="3611880" cy="4005072"/>
          </a:xfrm>
          <a:prstGeom prst="rect">
            <a:avLst/>
          </a:prstGeom>
          <a:solidFill>
            <a:srgbClr val="0B1220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86868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Compare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5349240" y="1261872"/>
          <a:ext cx="3383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58368"/>
                <a:gridCol w="658368"/>
                <a:gridCol w="658368"/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Exploit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Sim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Auto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Patch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AI</a:t>
                      </a:r>
                      <a:endParaRPr lang="en-US" sz="800" dirty="0"/>
                    </a:p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Snyk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Tenable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CrowdStrike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</a:rPr>
                        <a:t>Palo Alto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CD4"/>
                          </a:solidFill>
                        </a:rPr>
                        <a:t>Sentinel AI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1A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349240" y="4069080"/>
            <a:ext cx="3383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Sentinel AI closes the full loop: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→ simulate → patch → verify.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5029200" cy="5029200"/>
          </a:xfrm>
          <a:prstGeom prst="ellipse">
            <a:avLst/>
          </a:prstGeom>
          <a:solidFill>
            <a:srgbClr val="00BCD4">
              <a:alpha val="6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 — AND 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0" cy="3977640"/>
          </a:xfrm>
          <a:prstGeom prst="rect">
            <a:avLst/>
          </a:prstGeom>
          <a:solidFill>
            <a:srgbClr val="0F1828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1440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051560" cy="530352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2768" y="1472184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mean-time-to-remediate than manual patching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221992"/>
            <a:ext cx="1051560" cy="530352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21992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70–80%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2768" y="2276856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Reduction in audit preparation time through auto-evidence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026664"/>
            <a:ext cx="1051560" cy="530352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26664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2768" y="3081528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False-positive closures — every fix is re-tested and confirmed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831336"/>
            <a:ext cx="1051560" cy="530352"/>
          </a:xfrm>
          <a:prstGeom prst="rect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31336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2768" y="3886200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trail coverage with immutable, cryptographically chained logs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822960"/>
            <a:ext cx="3749040" cy="1737360"/>
          </a:xfrm>
          <a:prstGeom prst="rect">
            <a:avLst/>
          </a:prstGeom>
          <a:solidFill>
            <a:srgbClr val="0F182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85232" y="896112"/>
            <a:ext cx="3429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Coming Next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85232" y="1307592"/>
            <a:ext cx="73152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128930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Zero-day heuristic detection (Q2 2025)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85232" y="1581912"/>
            <a:ext cx="73152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156362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Behavioral anomaly detection (Q3 2025)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85232" y="1856232"/>
            <a:ext cx="73152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9824" y="183794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threat campaign simulation (Q4 2025)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85232" y="2130552"/>
            <a:ext cx="73152" cy="1463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2112264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Air-gapped on-prem deployment (Q2 2026)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20640" y="2743200"/>
            <a:ext cx="3749040" cy="2057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57800" y="28803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to See It in Action?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85232" y="3401568"/>
            <a:ext cx="34290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2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a live demo and see Sentinel AI detect, exploit, patch, and verify a real vulnerability — end to end — in under 10 minutes.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4315968"/>
            <a:ext cx="2468880" cy="34747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4315968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hello@sentinelai.io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2867</Words>
  <Application>WPS Presentation</Application>
  <PresentationFormat>On-screen Show (16:9)</PresentationFormat>
  <Paragraphs>217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Calibri</vt:lpstr>
      <vt:lpstr>Calibri</vt:lpstr>
      <vt:lpstr>Calibri Light</vt:lpstr>
      <vt:lpstr>Calibri Light</vt:lpstr>
      <vt:lpstr>Calibri Light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AI – Executive Summary</dc:title>
  <dc:creator>Sentinel AI</dc:creator>
  <dc:subject>PptxGenJS Presentation</dc:subject>
  <cp:lastModifiedBy>johnk</cp:lastModifiedBy>
  <cp:revision>2</cp:revision>
  <dcterms:created xsi:type="dcterms:W3CDTF">2026-03-04T08:46:00Z</dcterms:created>
  <dcterms:modified xsi:type="dcterms:W3CDTF">2026-03-05T13:36:43Z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217F07353DB843968AC99B69DF536C3B_12</vt:lpwstr>
  </property>
  <property fmtid="{D5CDD505-2E9C-101B-9397-08002B2CF9AE}" pid="3" name="KSOProductBuildVer">
    <vt:lpwstr>1033-12.2.0.13472</vt:lpwstr>
  </property>
</Properties>
</file>